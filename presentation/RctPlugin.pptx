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64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8AEC-2A13-CC5C-152A-CC7E418D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1F4FE-AE45-DA56-D2B9-870478952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88D85-4823-F76A-3AC9-CFB7F44F3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8EEC4-7285-9790-70CA-1E8F76DA7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21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114800" cy="411480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291840" cy="329184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Fa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54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MatPower Converter Plugin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Konverzija MATPOWER modela i statička analiza toka snage</a:t>
            </a:r>
            <a:endParaRPr lang="en-US" sz="17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pravougaonim koordinatama za dTwin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 Krdžalić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s/FaFile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1588496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39903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format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54480" y="174650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Mreža je opisana kroz .m case fajl — standard u analizi toka snage.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9631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icons/Fa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2667488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47802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MATLAB-a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54480" y="282549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dTwin okruženje nema pristup MATLAB-u, pa se .m fajl ne može direktno učitati.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575304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icons/FaExchang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56" y="3746480"/>
            <a:ext cx="316017" cy="316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55701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Potreban direktan put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554480" y="3904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Treba pretvoriti .m fajl direktno u model koji </a:t>
            </a:r>
            <a:r>
              <a:rPr lang="en-US" sz="14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dTwin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rješava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jednačine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Converter Plugin — mpconv4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Cilj projekta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FaFile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800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09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 → .dmodl bez MATLAB-a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50876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Fa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709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Rješavanje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23774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u </a:t>
            </a:r>
            <a:r>
              <a:rPr lang="en-US" sz="13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pravougaonim</a:t>
            </a: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koordinatama</a:t>
            </a: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pomoću</a:t>
            </a: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dTwin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06324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291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icons/Fa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343448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2644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8680" y="39319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Jednostavno upravljanje kroz dTwin plugin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09160" y="306324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37760" y="3291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Fa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406" y="343448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32644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Verifikacija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937760" y="39319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Poređenje sa referentnim MATPOWER rezultatima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Converter Plugin — mpconv4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Matematički model — pravougaone koordinate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eq_vol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158702"/>
            <a:ext cx="2103120" cy="5629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Napon svake sabirnice preko realne (e) i imaginarne (f) komponente — daje isključivo polinomske jednačine, bez sinusa/kosinusa.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Gradnja Ybus matrice (π-model grane)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7863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31720" y="2962036"/>
            <a:ext cx="4480560" cy="631173"/>
          </a:xfrm>
          <a:prstGeom prst="rect">
            <a:avLst/>
          </a:prstGeom>
        </p:spPr>
      </p:pic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5935" y="3801918"/>
            <a:ext cx="4852130" cy="4897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Converter Plugin — mpconv4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Jednačine snage po tipu sabirnice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eq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243584"/>
            <a:ext cx="4572000" cy="767562"/>
          </a:xfrm>
          <a:prstGeom prst="rect">
            <a:avLst/>
          </a:prstGeom>
        </p:spPr>
      </p:pic>
      <p:pic>
        <p:nvPicPr>
          <p:cNvPr id="5" name="Image 1" descr="eq_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2084298"/>
            <a:ext cx="4626864" cy="768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3063240"/>
            <a:ext cx="2496312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3063240"/>
            <a:ext cx="2496312" cy="457200"/>
          </a:xfrm>
          <a:prstGeom prst="roundRect">
            <a:avLst>
              <a:gd name="adj" fmla="val 16000"/>
            </a:avLst>
          </a:prstGeom>
          <a:solidFill>
            <a:srgbClr val="0B2E4F"/>
          </a:solidFill>
          <a:ln/>
        </p:spPr>
      </p:sp>
      <p:sp>
        <p:nvSpPr>
          <p:cNvPr id="8" name="Shape 4"/>
          <p:cNvSpPr/>
          <p:nvPr/>
        </p:nvSpPr>
        <p:spPr>
          <a:xfrm>
            <a:off x="640080" y="3291840"/>
            <a:ext cx="2496312" cy="2286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06324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(tip 1)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4672" y="3630168"/>
            <a:ext cx="216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Potrošačka sabirnica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04672" y="4050792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 Q su zadani → dvije jednačine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319272" y="3063239"/>
            <a:ext cx="2514600" cy="15759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19272" y="3063240"/>
            <a:ext cx="2496312" cy="457200"/>
          </a:xfrm>
          <a:prstGeom prst="roundRect">
            <a:avLst>
              <a:gd name="adj" fmla="val 16000"/>
            </a:avLst>
          </a:prstGeom>
          <a:solidFill>
            <a:srgbClr val="0B2E4F"/>
          </a:solidFill>
          <a:ln/>
        </p:spPr>
      </p:sp>
      <p:sp>
        <p:nvSpPr>
          <p:cNvPr id="14" name="Shape 10"/>
          <p:cNvSpPr/>
          <p:nvPr/>
        </p:nvSpPr>
        <p:spPr>
          <a:xfrm>
            <a:off x="3319272" y="3291840"/>
            <a:ext cx="2496312" cy="2286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5" name="Text 11"/>
          <p:cNvSpPr/>
          <p:nvPr/>
        </p:nvSpPr>
        <p:spPr>
          <a:xfrm>
            <a:off x="3319272" y="306324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(tip 2)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83864" y="3630168"/>
            <a:ext cx="216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Generatorska, regul. napona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83864" y="4050792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zadano + |V|² fiksirano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98464" y="3063240"/>
            <a:ext cx="2514600" cy="157599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98464" y="3063240"/>
            <a:ext cx="2496312" cy="457200"/>
          </a:xfrm>
          <a:prstGeom prst="roundRect">
            <a:avLst>
              <a:gd name="adj" fmla="val 16000"/>
            </a:avLst>
          </a:prstGeom>
          <a:solidFill>
            <a:srgbClr val="0B2E4F"/>
          </a:solidFill>
          <a:ln/>
        </p:spPr>
      </p:sp>
      <p:sp>
        <p:nvSpPr>
          <p:cNvPr id="20" name="Shape 16"/>
          <p:cNvSpPr/>
          <p:nvPr/>
        </p:nvSpPr>
        <p:spPr>
          <a:xfrm>
            <a:off x="5998464" y="3291840"/>
            <a:ext cx="2496312" cy="2286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1" name="Text 17"/>
          <p:cNvSpPr/>
          <p:nvPr/>
        </p:nvSpPr>
        <p:spPr>
          <a:xfrm>
            <a:off x="5998464" y="306324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(tip 3)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163056" y="3630168"/>
            <a:ext cx="216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Balansna sabirnica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63056" y="4050792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f fiksni — ne ulaze u NLE sistem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Converter Plugin — mpconv4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Arhitektura i implementacija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2527911" cy="3291840"/>
          </a:xfrm>
          <a:prstGeom prst="roundRect">
            <a:avLst>
              <a:gd name="adj" fmla="val 289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arhitektura_plug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2253591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50871" y="1371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1" descr="icons/Fa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630" y="1502359"/>
            <a:ext cx="241402" cy="241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09239" y="1344168"/>
            <a:ext cx="458612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parseMFile()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009239" y="1645920"/>
            <a:ext cx="45861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Parsira .m fajl → bus / gen / branch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350871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icons/Fa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630" y="255391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09239" y="2395728"/>
            <a:ext cx="458612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buildY()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009239" y="2697480"/>
            <a:ext cx="45861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 Ybus matricu (π-model)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350871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icons/FaSlider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1630" y="360547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09239" y="3447288"/>
            <a:ext cx="458612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writeDmodl()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009239" y="3749040"/>
            <a:ext cx="45861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Generiše Vars / Params / NLEs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Converter Plugin — mpconv4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Grafički interfejs (GUI)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931920" cy="3004845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dtwin_m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657600" cy="2730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33072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Stavka „RctPlugin” u meniju Model → Import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5488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tab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16916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model (.m) → automatski prelaz u Convert mod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/ Load model — dinamička labela polja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/ Load / Convert / Cancel dugmad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5488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tab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54880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 — naziv u header .dmodl fajla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iters — default 100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— tolerancija konvergencije, default 1e-6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Converter Plugin — mpconv4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CC500-8BE4-C104-7759-9196FBC9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4EDD5-2258-D65A-C2B5-D35FF28D7191}"/>
              </a:ext>
            </a:extLst>
          </p:cNvPr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Grafički interfejs (GUI)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59FEC5-19CD-43C7-C348-75A05909CE0A}"/>
              </a:ext>
            </a:extLst>
          </p:cNvPr>
          <p:cNvSpPr/>
          <p:nvPr/>
        </p:nvSpPr>
        <p:spPr>
          <a:xfrm>
            <a:off x="502920" y="1280160"/>
            <a:ext cx="3931920" cy="3004845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6E7E014D-BB84-8D8B-1C66-15056607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4872" y="1382626"/>
            <a:ext cx="3657600" cy="140502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0FDCA30-6E62-5826-9AF4-209BF6F8520A}"/>
              </a:ext>
            </a:extLst>
          </p:cNvPr>
          <p:cNvSpPr/>
          <p:nvPr/>
        </p:nvSpPr>
        <p:spPr>
          <a:xfrm>
            <a:off x="4709160" y="4392277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Import model </a:t>
            </a:r>
            <a:r>
              <a:rPr lang="en-US" sz="1200" i="1" dirty="0" err="1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i</a:t>
            </a: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 Load model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F4BF6A-706E-F643-B281-9CF6FDD3F098}"/>
              </a:ext>
            </a:extLst>
          </p:cNvPr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Converter Plugin — mpconv4</a:t>
            </a:r>
            <a:endParaRPr lang="en-US" sz="1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C628521-33E9-E72E-FAAF-A317ECE949D9}"/>
              </a:ext>
            </a:extLst>
          </p:cNvPr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881E9DEF-0EBA-5401-E68F-FD84668DE050}"/>
              </a:ext>
            </a:extLst>
          </p:cNvPr>
          <p:cNvSpPr/>
          <p:nvPr/>
        </p:nvSpPr>
        <p:spPr>
          <a:xfrm>
            <a:off x="4709160" y="1280159"/>
            <a:ext cx="3931920" cy="3004845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0">
            <a:extLst>
              <a:ext uri="{FF2B5EF4-FFF2-40B4-BE49-F238E27FC236}">
                <a16:creationId xmlns:a16="http://schemas.microsoft.com/office/drawing/2014/main" id="{D99D2CCE-7794-5CAB-A466-2035C9E569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382626"/>
            <a:ext cx="3657600" cy="1394886"/>
          </a:xfrm>
          <a:prstGeom prst="rect">
            <a:avLst/>
          </a:prstGeom>
        </p:spPr>
      </p:pic>
      <p:pic>
        <p:nvPicPr>
          <p:cNvPr id="14" name="Image 0">
            <a:extLst>
              <a:ext uri="{FF2B5EF4-FFF2-40B4-BE49-F238E27FC236}">
                <a16:creationId xmlns:a16="http://schemas.microsoft.com/office/drawing/2014/main" id="{4564C44C-1DAE-03C3-1D6F-215B651F52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2838078"/>
            <a:ext cx="3657600" cy="1391429"/>
          </a:xfrm>
          <a:prstGeom prst="rect">
            <a:avLst/>
          </a:prstGeom>
        </p:spPr>
      </p:pic>
      <p:pic>
        <p:nvPicPr>
          <p:cNvPr id="15" name="Image 0">
            <a:extLst>
              <a:ext uri="{FF2B5EF4-FFF2-40B4-BE49-F238E27FC236}">
                <a16:creationId xmlns:a16="http://schemas.microsoft.com/office/drawing/2014/main" id="{BD3EA989-D210-3013-53CC-FF5FBC3D5F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" y="2845287"/>
            <a:ext cx="3657600" cy="1393155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1521B7FE-F94B-44EB-CA9A-FED40BC5616C}"/>
              </a:ext>
            </a:extLst>
          </p:cNvPr>
          <p:cNvSpPr/>
          <p:nvPr/>
        </p:nvSpPr>
        <p:spPr>
          <a:xfrm>
            <a:off x="655320" y="448312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</a:t>
            </a:r>
            <a:r>
              <a:rPr lang="en-US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Options tab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40026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Testiranje i rezultati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394960" cy="2604868"/>
          </a:xfrm>
          <a:prstGeom prst="roundRect">
            <a:avLst>
              <a:gd name="adj" fmla="val 280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case9_resul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120640" cy="2330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8850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konverzije i rješavanja za case9.m u dTwin-u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17920" y="13716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142646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0" y="1956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iteracije do konvergencije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4688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252374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14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0" y="30540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sabirnica (case9 / case14)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35661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362102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400800" y="41513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poklapanje sa MATPOWER-om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Converter Plugin — mpconv4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Fa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1700052"/>
            <a:ext cx="184343" cy="184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819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uspješno povezuje MATPOWER format sa dTwin okruženjem, bez MATLAB-a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icons/Fa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2385852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677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Pravougaone koordinate → čisto polinomski sistem NLE jednačina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icons/Fa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71652"/>
            <a:ext cx="184343" cy="184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9535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Brza i pouzdana konvergencija (2 iteracije na IEEE 9-bus i 14-bus sistemima)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icons/Fa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757452"/>
            <a:ext cx="184343" cy="184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6393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omogućava korištenje bez poznavanja internog .dmodl formata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438</Words>
  <Application>Microsoft Office PowerPoint</Application>
  <PresentationFormat>On-screen Show (16:9)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MatPower Converter Plugin</dc:title>
  <dc:subject>PptxGenJS Presentation</dc:subject>
  <dc:creator>Emir Krdžalić</dc:creator>
  <cp:lastModifiedBy>Emir Krdžalić</cp:lastModifiedBy>
  <cp:revision>3</cp:revision>
  <dcterms:created xsi:type="dcterms:W3CDTF">2026-07-06T12:30:20Z</dcterms:created>
  <dcterms:modified xsi:type="dcterms:W3CDTF">2026-07-06T18:41:43Z</dcterms:modified>
</cp:coreProperties>
</file>